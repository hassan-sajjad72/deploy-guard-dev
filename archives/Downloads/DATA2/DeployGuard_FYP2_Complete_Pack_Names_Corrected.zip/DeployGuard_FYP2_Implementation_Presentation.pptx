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F34A"/>
          </a:solidFill>
          <a:ln w="12700">
            <a:solidFill>
              <a:srgbClr val="B8F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DeployGuard  •  Final Year Project II — Implementation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509760" y="654710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University Islamabad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F34A"/>
          </a:solidFill>
          <a:ln w="12700">
            <a:solidFill>
              <a:srgbClr val="B8F34A"/>
            </a:solidFill>
            <a:prstDash val="solid"/>
          </a:ln>
        </p:spPr>
      </p:sp>
      <p:pic>
        <p:nvPicPr>
          <p:cNvPr id="4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86384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29968" y="8686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DeployGuard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029968" y="15270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F34A"/>
                </a:solidFill>
              </a:rPr>
              <a:t>Final Year Project II — Implementation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22960" y="27889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Deterministic source-to-cloud deployment control plane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353872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6E2"/>
                </a:solidFill>
              </a:rPr>
              <a:t>Implementation review • industrial visit • live deployment demonstration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Hasan Sajjad   •   Faria Fatima   •   Tania Khawar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545896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8"/>
                </a:solidFill>
              </a:rPr>
              <a:t>Department of Computer Science • Air University Islamabad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629107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9AAD"/>
                </a:solidFill>
              </a:rPr>
              <a:t>Implementation baseline: test2 • reviewed 13 September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DeployGuard is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self-service product that turns a supported repository into a verified cloud release.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85800" y="1417320"/>
            <a:ext cx="3291840" cy="35204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9E1EA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417320"/>
            <a:ext cx="73152" cy="3520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" y="1581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Developer experience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6968" y="1929384"/>
            <a:ext cx="2944368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Connect GitHub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Select branch and service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Configure environment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Deploy from one product surface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4434840" y="1417320"/>
            <a:ext cx="3291840" cy="35204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9E1EA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1417320"/>
            <a:ext cx="73152" cy="352044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36008" y="1581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Control-plane responsibility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36008" y="1929384"/>
            <a:ext cx="2944368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Freeze source identity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Resolve build/runtime contracts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Enforce policy and cost gates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Coordinate cloud lifecycle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8183880" y="1417320"/>
            <a:ext cx="3291840" cy="35204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9E1EA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183880" y="1417320"/>
            <a:ext cx="73152" cy="3520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85048" y="1581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Operational result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385048" y="1929384"/>
            <a:ext cx="2944368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Immutable image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AWS runtime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Verified stable release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Rollback, destroy and evidence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685800" y="5897880"/>
            <a:ext cx="10835640" cy="393192"/>
          </a:xfrm>
          <a:prstGeom prst="roundRect">
            <a:avLst>
              <a:gd name="adj" fmla="val 18605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5989320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DeployGuard’s contribution is the lifecycle and deterministic control plane—not the cloud services it orchestrates.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being solved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Cloud deployment fails at the boundaries between tools, state and application assumptions.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85800" y="14173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417320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" y="15819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Repository uncertainty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6968" y="1929384"/>
            <a:ext cx="289864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Which service? Which workspace? Which dependencies? Which application port?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4434840" y="14173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1417320"/>
            <a:ext cx="73152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36008" y="15819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Configuration drift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36008" y="1929384"/>
            <a:ext cx="289864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Source, build inputs, runtime variables and cloud state can diverge over time.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8183880" y="14173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83880" y="141732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85048" y="15819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Operational uncertainty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385048" y="1929384"/>
            <a:ext cx="289864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A workflow can finish while the application is unhealthy, unreachable or misconfigured.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685800" y="32461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" y="3246120"/>
            <a:ext cx="73152" cy="141732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6968" y="34107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Recovery complexity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86968" y="3758184"/>
            <a:ext cx="289864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Redeploy, rollback and destroy need exact historical identity and ownership boundaries.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4434840" y="32461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3246120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36008" y="34107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Security &amp; cost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636008" y="3758184"/>
            <a:ext cx="289864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Deployment speed without security, identity and cost controls creates new failure modes.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685800" y="5897880"/>
            <a:ext cx="10835640" cy="393192"/>
          </a:xfrm>
          <a:prstGeom prst="roundRect">
            <a:avLst>
              <a:gd name="adj" fmla="val 18605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" y="5989320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The FYP-II implementation makes these boundaries explicit contracts instead of implicit assumptions.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foundation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Consensus literature was used to ground the implementation choices, while FYP-II focuses on the system we built.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58368" y="129844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8368" y="1298448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" y="14630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Platform engineering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9536" y="1810512"/>
            <a:ext cx="317296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Self-service platforms reduce infrastructure cognitive load when treated as products with clear golden paths.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Anjum (2026); Pitkar (2026)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4343400" y="129844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43400" y="1298448"/>
            <a:ext cx="73152" cy="141732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44568" y="14630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Infrastructure as Code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44568" y="1810512"/>
            <a:ext cx="317296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Declarative infrastructure improves repeatability and reduces configuration drift compared with manual provisioning.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Kasarla (2025)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8028432" y="129844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28432" y="1298448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0" y="14630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DevSecOps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0" y="1810512"/>
            <a:ext cx="317296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Embedding vulnerability scanning in delivery pipelines strengthens security before deployment.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Marandi et al. (2023); Kim et al. (2025)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2514600" y="30632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14600" y="3063240"/>
            <a:ext cx="73152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15768" y="32278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Code-to-cloud automation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715768" y="3575304"/>
            <a:ext cx="317296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Research supports integrated source analysis, infrastructure generation and cloud deployment as an automation direction.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Odunsi et al. (2025)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6199632" y="30632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99632" y="3063240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0" y="32278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AI + infrastructure operations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00800" y="3575304"/>
            <a:ext cx="317296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Recent reviews place AI across IaC generation, validation and operational analysis while highlighting the need for reliable evidence.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Pahl et al. (2026)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685800" y="5897880"/>
            <a:ext cx="10835640" cy="393192"/>
          </a:xfrm>
          <a:prstGeom prst="roundRect">
            <a:avLst>
              <a:gd name="adj" fmla="val 18605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" y="5989320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DeployGuard applies these principles through deterministic contracts, evidence-driven verification and explicit lifecycle ownership.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FYP-II implementation outcomes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implementation spans the full deploy → operate → recover → destroy lifecycle.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13232" y="1325880"/>
            <a:ext cx="507492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3232" y="1325880"/>
            <a:ext cx="73152" cy="11521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49047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Repository intelligence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1837944"/>
            <a:ext cx="472744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exact SHA • service discovery • workspace boundaries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6245352" y="1325880"/>
            <a:ext cx="507492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45352" y="1325880"/>
            <a:ext cx="73152" cy="11521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149047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Build specification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46520" y="1837944"/>
            <a:ext cx="472744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canonical target • dependencies • package identity • fingerprint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713232" y="2807208"/>
            <a:ext cx="507492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2807208"/>
            <a:ext cx="73152" cy="11521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297180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Cloud lifecycle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3319272"/>
            <a:ext cx="472744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GitHub Actions • OIDC • ECR • Terraform • ECS/Fargate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6245352" y="2807208"/>
            <a:ext cx="507492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45352" y="2807208"/>
            <a:ext cx="73152" cy="11521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297180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Runtime safety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46520" y="3319272"/>
            <a:ext cx="472744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ports • health • managed DB • release generations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713232" y="4288536"/>
            <a:ext cx="507492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4288536"/>
            <a:ext cx="73152" cy="11521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445312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Security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14400" y="4800600"/>
            <a:ext cx="472744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Trivy • secrets • RBAC • audit • capability verification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6245352" y="4288536"/>
            <a:ext cx="507492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45352" y="4288536"/>
            <a:ext cx="73152" cy="11521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445312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Operations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46520" y="4800600"/>
            <a:ext cx="472744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CloudWatch • monitoring • AI troubleshooting • FinOps • billing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architecture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layered control plane converts repository intent into a verified runtime.</a:t>
            </a:r>
            <a:endParaRPr lang="en-US" sz="1050" dirty="0"/>
          </a:p>
        </p:txBody>
      </p:sp>
      <p:pic>
        <p:nvPicPr>
          <p:cNvPr id="5" name="Image 1" descr="/mnt/data/deployguard_pack/assets/archite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234440"/>
            <a:ext cx="11018520" cy="42976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85800" y="5897880"/>
            <a:ext cx="10835640" cy="393192"/>
          </a:xfrm>
          <a:prstGeom prst="roundRect">
            <a:avLst>
              <a:gd name="adj" fmla="val 18605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68680" y="5989320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Product abstraction: Repository → canonical deployment specification → build worker → immutable image → Terraform/AWS → verified release.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Control-plane ownership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Clear ownership prevents Terraform, runtime orchestration and product state from fighting each other.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744200" cy="3611880"/>
        </p:xfrm>
        <a:graphic>
          <a:graphicData uri="http://schemas.openxmlformats.org/drawingml/2006/table">
            <a:tbl>
              <a:tblPr/>
              <a:tblGrid>
                <a:gridCol w="1417320"/>
                <a:gridCol w="4709160"/>
                <a:gridCol w="46177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Layer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DeployGuard ownership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Execution dependency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 &amp; admission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exact commit, project/service identity, configuration readiness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GitHub repository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canonical build target, port, runtime config, immutable identity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container build subsystem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Infrastructure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intent, capability checks, lifecycle admission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Terraform + AWS APIs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Runtime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 criteria, release promotion, failure classification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Amazon ECS / ALB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state, evidence, cost, diagnostics, rollback/destroy decisions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CloudWatch / ECR / Secrets / EFS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85800" y="5897880"/>
            <a:ext cx="10835640" cy="393192"/>
          </a:xfrm>
          <a:prstGeom prst="roundRect">
            <a:avLst>
              <a:gd name="adj" fmla="val 18605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68680" y="5989320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One authoritative owner per decision is a core implementation invariant.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Six-stage deployment pipeline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user sees a stable lifecycle while internal work remains deeply automated.</a:t>
            </a:r>
            <a:endParaRPr lang="en-US" sz="1050" dirty="0"/>
          </a:p>
        </p:txBody>
      </p:sp>
      <p:pic>
        <p:nvPicPr>
          <p:cNvPr id="5" name="Image 1" descr="/mnt/data/deployguard_pack/assets/pip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11201400" cy="4023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85800" y="5897880"/>
            <a:ext cx="10835640" cy="393192"/>
          </a:xfrm>
          <a:prstGeom prst="roundRect">
            <a:avLst>
              <a:gd name="adj" fmla="val 18605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68680" y="5989320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Prepare Source → Build Application → Publish Image → Deploy Runtime → Verify Application → Finalize Release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Canonical build target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DeployGuard freezes “what should be built” before cloud mutation.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77240" y="1417320"/>
            <a:ext cx="475488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Exact source SHA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Service directory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Workspace / build / install roots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Package identity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Deployment contract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Execution metadata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Dependency paths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Evidence + SHA-256 fingerprint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080760" y="1417320"/>
            <a:ext cx="521208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80760" y="1417320"/>
            <a:ext cx="73152" cy="352044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81928" y="15819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Supported build contracts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81928" y="1929384"/>
            <a:ext cx="4864608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JS_STANDALONE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JS_WORKSPACE_MEMBER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PYTHON_STANDALONE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Supported package managers: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npm • pnpm • yarn • bun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685800" y="5897880"/>
            <a:ext cx="10835640" cy="393192"/>
          </a:xfrm>
          <a:prstGeom prst="roundRect">
            <a:avLst>
              <a:gd name="adj" fmla="val 18605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5989320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The immutable specification prevents different stages from re-interpreting the same repository differently.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analysis and service selection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Fail closed when the service boundary is ambiguous or unsupported.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21792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" y="1874520"/>
            <a:ext cx="73152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Repository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exact checkout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2739542" y="240487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40126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40126" y="1874520"/>
            <a:ext cx="73152" cy="13716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41294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Service boundary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041294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selected directory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4957877" y="240487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58461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58461" y="187452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59629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Workspace evidence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59629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manifests + lockfiles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7176211" y="240487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76795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76795" y="1874520"/>
            <a:ext cx="73152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77963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Dependencies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77963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local path analysis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9394546" y="240487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495130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495130" y="1874520"/>
            <a:ext cx="73152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96298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Canonical target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696298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resolved or blocked</a:t>
            </a:r>
            <a:endParaRPr lang="en-US" sz="940" dirty="0"/>
          </a:p>
        </p:txBody>
      </p:sp>
      <p:sp>
        <p:nvSpPr>
          <p:cNvPr id="29" name="Shape 26"/>
          <p:cNvSpPr/>
          <p:nvPr/>
        </p:nvSpPr>
        <p:spPr>
          <a:xfrm>
            <a:off x="731520" y="38862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31520" y="388620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32688" y="40507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Why this matters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32688" y="4398264"/>
            <a:ext cx="486460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Monorepos can contain multiple packages, sibling dependencies and conflicting package-manager evidence. DeployGuard creates one explicit boundary before build execution.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263640" y="38862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263640" y="3886200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64808" y="40507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Admission behavior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464808" y="4398264"/>
            <a:ext cx="486460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Resolved → continue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Ambiguous / invalid / unsupported → stop with deterministic failure evidence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Automatic application-port authority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Port resolution follows evidence priority rather than a single framework guess.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52760" cy="3246120"/>
        </p:xfrm>
        <a:graphic>
          <a:graphicData uri="http://schemas.openxmlformats.org/drawingml/2006/table">
            <a:tbl>
              <a:tblPr/>
              <a:tblGrid>
                <a:gridCol w="1097280"/>
                <a:gridCol w="4023360"/>
                <a:gridCol w="55321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Priority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Explicit configuration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server.port • framework config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 binding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listen(...) • app.run(...)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Start command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--port / -p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Environment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PORT / SERVER_PORT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Framework default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Next/Nest 3000 • Django/FastAPI 8000 • Flask 5000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85800" y="5897880"/>
            <a:ext cx="10835640" cy="393192"/>
          </a:xfrm>
          <a:prstGeom prst="roundRect">
            <a:avLst>
              <a:gd name="adj" fmla="val 18605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68680" y="5989320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Conflicting evidence is rejected instead of silently choosing an arbitrary port.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Container build subsystem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platform owns the build contract; the worker materializes it into an OCI image.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21792" y="192024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" y="1920240"/>
            <a:ext cx="73152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8483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Input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43230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source SHA + canonical target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2739542" y="245059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40126" y="192024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40126" y="1920240"/>
            <a:ext cx="73152" cy="13716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41294" y="208483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Resolve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041294" y="243230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install/build/start behavior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4957877" y="245059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58461" y="192024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58461" y="192024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59629" y="208483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Build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59629" y="243230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configuration-driven worker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7176211" y="245059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76795" y="192024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76795" y="1920240"/>
            <a:ext cx="73152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77963" y="208483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Validate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77963" y="243230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runtime image checks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9394546" y="245059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495130" y="192024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495130" y="1920240"/>
            <a:ext cx="73152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96298" y="208483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Publish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696298" y="243230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immutable ECR artifact</a:t>
            </a:r>
            <a:endParaRPr lang="en-US" sz="940" dirty="0"/>
          </a:p>
        </p:txBody>
      </p:sp>
      <p:sp>
        <p:nvSpPr>
          <p:cNvPr id="29" name="Shape 26"/>
          <p:cNvSpPr/>
          <p:nvPr/>
        </p:nvSpPr>
        <p:spPr>
          <a:xfrm>
            <a:off x="914400" y="397764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14400" y="397764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15568" y="414223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Build-time boundary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115568" y="4489704"/>
            <a:ext cx="445312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Only declared build capabilities and dependencies affect build materialization.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446520" y="397764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46520" y="3977640"/>
            <a:ext cx="73152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47688" y="414223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Runtime boundary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647688" y="4489704"/>
            <a:ext cx="445312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PORT, HOST, runtime environment and secret references remain separate from build identity.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Actions and AWS identity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Short-lived OIDC federation replaces repository-specific long-lived AWS keys.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21792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" y="1874520"/>
            <a:ext cx="73152" cy="13716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DeployGuard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dispatch immutable inputs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2739542" y="240487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40126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40126" y="1874520"/>
            <a:ext cx="73152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41294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GitHub Actions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041294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workflow identity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4957877" y="240487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58461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58461" y="187452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59629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OIDC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59629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audience + subject trust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7176211" y="240487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76795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76795" y="1874520"/>
            <a:ext cx="73152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77963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AWS STS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77963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short-lived role session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9394546" y="240487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495130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495130" y="1874520"/>
            <a:ext cx="73152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96298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AWS APIs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696298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scoped lifecycle actions</a:t>
            </a:r>
            <a:endParaRPr lang="en-US" sz="940" dirty="0"/>
          </a:p>
        </p:txBody>
      </p:sp>
      <p:sp>
        <p:nvSpPr>
          <p:cNvPr id="29" name="Shape 26"/>
          <p:cNvSpPr/>
          <p:nvPr/>
        </p:nvSpPr>
        <p:spPr>
          <a:xfrm>
            <a:off x="685800" y="5897880"/>
            <a:ext cx="10835640" cy="393192"/>
          </a:xfrm>
          <a:prstGeom prst="roundRect">
            <a:avLst>
              <a:gd name="adj" fmla="val 18605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68680" y="5989320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Before dispatch, DeployGuard validates trust and lifecycle-specific AWS capability requirements.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 runtime architecture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Terraform provisions infrastructure; DeployGuard verifies and promotes runtime success.</a:t>
            </a:r>
            <a:endParaRPr lang="en-US" sz="1050" dirty="0"/>
          </a:p>
        </p:txBody>
      </p:sp>
      <p:pic>
        <p:nvPicPr>
          <p:cNvPr id="5" name="Image 1" descr="/mnt/data/deployguard_pack/assets/aws_runt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70432"/>
            <a:ext cx="10972800" cy="4709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Infrastructure ownership and state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Declarative infrastructure is a source of truth, but runtime release truth remains explicit.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85800" y="141732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9E1EA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417320"/>
            <a:ext cx="73152" cy="356616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" y="15819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Terraform owns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6968" y="1929384"/>
            <a:ext cx="3035808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ECS resource existence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ALB / target groups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Security groups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IAM execution roles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EFS + database infra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Secrets infrastructure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Remote state + final destroy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4407408" y="141732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9E1EA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07408" y="1417320"/>
            <a:ext cx="73152" cy="3566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08576" y="15819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DeployGuard owns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08576" y="1929384"/>
            <a:ext cx="3035808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deployment admission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runtime readiness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active verified release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failure ownership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manual rollback target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cloud cleanup verification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state reconciliation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8138160" y="141732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9E1EA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138160" y="1417320"/>
            <a:ext cx="73152" cy="3566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39328" y="15819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ECS owns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339328" y="1929384"/>
            <a:ext cx="3035808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task scheduling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service rollout primitives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health/stability signals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active task execution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release update mechanics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685800" y="5897880"/>
            <a:ext cx="10835640" cy="393192"/>
          </a:xfrm>
          <a:prstGeom prst="roundRect">
            <a:avLst>
              <a:gd name="adj" fmla="val 18605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5989320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Later infrastructure reconciliation must not unintentionally revert a verified active application release.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Managed database implementation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Database support is part of the deployment contract, not a manual post-deploy step.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744200" cy="224028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2194560"/>
                <a:gridCol w="52578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Engine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Port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Persistence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Readiness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PostgreSQL 16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5432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pg_isready + runtime health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MySQL 8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3306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mysqladmin + credential/grant reconciliation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MongoDB 8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27017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authenticated ping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77240" y="397764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77240" y="397764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78408" y="414223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Secret injection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78408" y="4489704"/>
            <a:ext cx="472744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Database passwords and URLs are generated/stored through AWS Secrets Manager and referenced by the attached application service.</a:t>
            </a:r>
            <a:endParaRPr lang="en-US" sz="940" dirty="0"/>
          </a:p>
        </p:txBody>
      </p:sp>
      <p:sp>
        <p:nvSpPr>
          <p:cNvPr id="10" name="Shape 6"/>
          <p:cNvSpPr/>
          <p:nvPr/>
        </p:nvSpPr>
        <p:spPr>
          <a:xfrm>
            <a:off x="6172200" y="397764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72200" y="397764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73368" y="414223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Network boundary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373368" y="4489704"/>
            <a:ext cx="472744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Database security-group ingress is restricted to the attached application service; private service discovery resolves the DB endpoint.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architecture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Security is embedded across identity, artifact, configuration and runtime stages.</a:t>
            </a:r>
            <a:endParaRPr lang="en-US" sz="1050" dirty="0"/>
          </a:p>
        </p:txBody>
      </p:sp>
      <p:pic>
        <p:nvPicPr>
          <p:cNvPr id="5" name="Image 1" descr="/mnt/data/deployguard_pack/assets/secur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298448"/>
            <a:ext cx="11018520" cy="42519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85800" y="5897880"/>
            <a:ext cx="10835640" cy="393192"/>
          </a:xfrm>
          <a:prstGeom prst="roundRect">
            <a:avLst>
              <a:gd name="adj" fmla="val 18605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68680" y="5989320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Vulnerability scanning can operate in visibility mode or enforcement mode before a release advances.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 generations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candidate is never “stable” merely because infrastructure exists.</a:t>
            </a:r>
            <a:endParaRPr lang="en-US" sz="1050" dirty="0"/>
          </a:p>
        </p:txBody>
      </p:sp>
      <p:pic>
        <p:nvPicPr>
          <p:cNvPr id="5" name="Image 1" descr="/mnt/data/deployguard_pack/assets/release_lifecy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80160"/>
            <a:ext cx="10835640" cy="42519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85800" y="5897880"/>
            <a:ext cx="10835640" cy="393192"/>
          </a:xfrm>
          <a:prstGeom prst="roundRect">
            <a:avLst>
              <a:gd name="adj" fmla="val 18605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68680" y="5989320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Database constraints enforce one live generation and one deploying candidate per project/environment.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Redeploy path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Code-only release changes avoid unnecessary full infrastructure reprovisioning.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21792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" y="1874520"/>
            <a:ext cx="73152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Source change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new exact SHA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2739542" y="240487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40126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40126" y="187452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41294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Build + scan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041294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new immutable image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4957877" y="240487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58461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58461" y="1874520"/>
            <a:ext cx="73152" cy="13716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59629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Task revision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59629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register immutable runtime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7176211" y="240487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76795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76795" y="1874520"/>
            <a:ext cx="73152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77963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ECS update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77963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roll service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9394546" y="240487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495130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495130" y="1874520"/>
            <a:ext cx="73152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96298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Verify + promote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696298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stable only on PASS</a:t>
            </a:r>
            <a:endParaRPr lang="en-US" sz="940" dirty="0"/>
          </a:p>
        </p:txBody>
      </p:sp>
      <p:sp>
        <p:nvSpPr>
          <p:cNvPr id="29" name="Shape 26"/>
          <p:cNvSpPr/>
          <p:nvPr/>
        </p:nvSpPr>
        <p:spPr>
          <a:xfrm>
            <a:off x="685800" y="5897880"/>
            <a:ext cx="10835640" cy="393192"/>
          </a:xfrm>
          <a:prstGeom prst="roundRect">
            <a:avLst>
              <a:gd name="adj" fmla="val 18605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68680" y="5989320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Release-only updates preserve infrastructure ownership while advancing the active runtime revision.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rollback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Rollback reuses a proven historical release instead of rebuilding old source.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21792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" y="1874520"/>
            <a:ext cx="73152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Select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verified historical release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2739542" y="240487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40126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40126" y="187452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41294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Validate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041294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artifact + config compatibility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4957877" y="240487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58461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58461" y="1874520"/>
            <a:ext cx="73152" cy="13716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59629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Activate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59629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ECS previous revision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7176211" y="240487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76795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76795" y="1874520"/>
            <a:ext cx="73152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77963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Verify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77963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runtime + public health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9394546" y="240487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495130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495130" y="1874520"/>
            <a:ext cx="73152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96298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Promote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696298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move stable pointer</a:t>
            </a:r>
            <a:endParaRPr lang="en-US" sz="940" dirty="0"/>
          </a:p>
        </p:txBody>
      </p:sp>
      <p:sp>
        <p:nvSpPr>
          <p:cNvPr id="29" name="Shape 26"/>
          <p:cNvSpPr/>
          <p:nvPr/>
        </p:nvSpPr>
        <p:spPr>
          <a:xfrm>
            <a:off x="1965960" y="40233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965960" y="4023360"/>
            <a:ext cx="73152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167128" y="41879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Key invariant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2167128" y="4535424"/>
            <a:ext cx="788212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Rollback is an immutable release selection operation—not a source rebuild.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Destroy and cloud cleanup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Destruction is a verified lifecycle operation, not a blind delete call.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21792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" y="1874520"/>
            <a:ext cx="73152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Confirm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explicit destructive admission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2739542" y="240487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40126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40126" y="1874520"/>
            <a:ext cx="73152" cy="13716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41294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Destroy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041294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Terraform resource deletion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4957877" y="240487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58461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58461" y="1874520"/>
            <a:ext cx="73152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59629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Verify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59629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AWS inventory reconciliation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7176211" y="240487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76795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76795" y="187452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77963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Cleanup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77963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non-IaC residue handling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9394546" y="240487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495130" y="187452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495130" y="1874520"/>
            <a:ext cx="73152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96298" y="2039112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Finalize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696298" y="2386584"/>
            <a:ext cx="175199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control-plane state closed</a:t>
            </a:r>
            <a:endParaRPr lang="en-US" sz="940" dirty="0"/>
          </a:p>
        </p:txBody>
      </p:sp>
      <p:sp>
        <p:nvSpPr>
          <p:cNvPr id="29" name="Shape 26"/>
          <p:cNvSpPr/>
          <p:nvPr/>
        </p:nvSpPr>
        <p:spPr>
          <a:xfrm>
            <a:off x="685800" y="5897880"/>
            <a:ext cx="10835640" cy="393192"/>
          </a:xfrm>
          <a:prstGeom prst="roundRect">
            <a:avLst>
              <a:gd name="adj" fmla="val 18605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68680" y="5989320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Project inventory, TTL cleanup and admin cleanup surfaces help detect orphaned resources after interrupted operations.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Observability and failure diagnostics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product stores structured evidence so a failure can be classified, explained and recovered.</a:t>
            </a:r>
            <a:endParaRPr lang="en-US" sz="10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17320"/>
          <a:ext cx="10561320" cy="3429000"/>
        </p:xfrm>
        <a:graphic>
          <a:graphicData uri="http://schemas.openxmlformats.org/drawingml/2006/table">
            <a:tbl>
              <a:tblPr/>
              <a:tblGrid>
                <a:gridCol w="2194560"/>
                <a:gridCol w="836676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 surface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Implementation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Pipeline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 timing • status • terminal code • service identity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Workflow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run/job evidence • duration • dispatch state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AWS runtime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ECS events • stopped tasks • ALB target health • CloudWatch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Failure contract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• provider • root-cause code • retry decision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Monitoring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CPU/memory • latency • Prometheus/Grafana projections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85800" y="5897880"/>
            <a:ext cx="10835640" cy="393192"/>
          </a:xfrm>
          <a:prstGeom prst="roundRect">
            <a:avLst>
              <a:gd name="adj" fmla="val 18605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68680" y="5989320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Unknown evidence remains UNVERIFIED rather than being forced into a misleading root-cause category.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AI-assisted troubleshooting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AI is advisory; deterministic evidence remains authoritative.</a:t>
            </a:r>
            <a:endParaRPr lang="en-US" sz="1050" dirty="0"/>
          </a:p>
        </p:txBody>
      </p:sp>
      <p:pic>
        <p:nvPicPr>
          <p:cNvPr id="5" name="Image 1" descr="/mnt/data/deployguard_pack/assets/ai_evid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10972800" cy="41605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85800" y="5897880"/>
            <a:ext cx="10835640" cy="393192"/>
          </a:xfrm>
          <a:prstGeom prst="roundRect">
            <a:avLst>
              <a:gd name="adj" fmla="val 18605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68680" y="5989320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Provider failure falls back to evidence-only diagnostics, preserving useful troubleshooting without inventing facts.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FinOps and billing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Cost is treated as a deployment policy dimension alongside security and technical readiness.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31520" y="1371600"/>
            <a:ext cx="3337560" cy="36118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9E1EA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371600"/>
            <a:ext cx="73152" cy="3611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5361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Cost evidence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32688" y="1883664"/>
            <a:ext cx="2990088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Plan-derived estimate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resource breakdown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monthly total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change vs previous estimate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persisted cost history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4434840" y="1371600"/>
            <a:ext cx="3337560" cy="36118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9E1EA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1371600"/>
            <a:ext cx="73152" cy="3611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36008" y="15361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Policy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36008" y="1883664"/>
            <a:ext cx="2990088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warning threshold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subscription tier limit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approval-required state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block/resume pipeline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audit trail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8138160" y="1371600"/>
            <a:ext cx="3337560" cy="36118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9E1EA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138160" y="1371600"/>
            <a:ext cx="73152" cy="3611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39328" y="15361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Commercial layer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339328" y="1883664"/>
            <a:ext cx="2990088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plans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subscriptions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checkout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invoices + payments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usage counters + entitlements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685800" y="5897880"/>
            <a:ext cx="10835640" cy="393192"/>
          </a:xfrm>
          <a:prstGeom prst="roundRect">
            <a:avLst>
              <a:gd name="adj" fmla="val 18605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5989320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A technically valid deployment can still be paused when its predicted cost violates policy.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and certification strategy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FYP-II evidence is built from executable contracts, not only screenshots.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13232" y="1325880"/>
            <a:ext cx="5074920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3232" y="1325880"/>
            <a:ext cx="73152" cy="1161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49047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Repository contracts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1837944"/>
            <a:ext cx="472744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service discovery • build target • port • env isolation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6245352" y="1325880"/>
            <a:ext cx="5074920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45352" y="1325880"/>
            <a:ext cx="73152" cy="11612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149047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Lifecycle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46520" y="1837944"/>
            <a:ext cx="472744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deploy • redeploy • rollback • destroy • state reconciliation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713232" y="2807208"/>
            <a:ext cx="5074920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2807208"/>
            <a:ext cx="73152" cy="1161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297180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Security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3319272"/>
            <a:ext cx="472744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OIDC • capability model • Trivy • secret boundaries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6245352" y="2807208"/>
            <a:ext cx="5074920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45352" y="2807208"/>
            <a:ext cx="73152" cy="11612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297180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Runtime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46520" y="3319272"/>
            <a:ext cx="472744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ECS stability • health • multi-service • DB prerequisites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713232" y="4288536"/>
            <a:ext cx="5074920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4288536"/>
            <a:ext cx="73152" cy="1161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445312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UI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14400" y="4800600"/>
            <a:ext cx="472744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deployment journey • recovery • monitoring • destructive operations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6245352" y="4288536"/>
            <a:ext cx="5074920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45352" y="4288536"/>
            <a:ext cx="73152" cy="11612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445312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Full stack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46520" y="4800600"/>
            <a:ext cx="472744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backend build • frontend build • integration • browser workflow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FYP-II live demonstration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Show the implementation as one coherent lifecycle.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21792" y="1828800"/>
            <a:ext cx="17297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" y="1828800"/>
            <a:ext cx="73152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993392"/>
            <a:ext cx="1363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340864"/>
            <a:ext cx="138226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Connect repo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2369820" y="235915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70404" y="1828800"/>
            <a:ext cx="17297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70404" y="1828800"/>
            <a:ext cx="73152" cy="13716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71572" y="1993392"/>
            <a:ext cx="1363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671572" y="2340864"/>
            <a:ext cx="138226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Deploy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4218432" y="235915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19016" y="1828800"/>
            <a:ext cx="17297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19016" y="182880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0184" y="1993392"/>
            <a:ext cx="1363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0184" y="2340864"/>
            <a:ext cx="138226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Workflow + AWS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6067044" y="235915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67628" y="1828800"/>
            <a:ext cx="17297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67628" y="1828800"/>
            <a:ext cx="73152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68796" y="1993392"/>
            <a:ext cx="1363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368796" y="2340864"/>
            <a:ext cx="138226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LIVE app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7915656" y="235915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16240" y="1828800"/>
            <a:ext cx="17297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16240" y="1828800"/>
            <a:ext cx="73152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17408" y="1993392"/>
            <a:ext cx="1363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17408" y="2340864"/>
            <a:ext cx="138226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Evidence</a:t>
            </a:r>
            <a:endParaRPr lang="en-US" sz="940" dirty="0"/>
          </a:p>
        </p:txBody>
      </p:sp>
      <p:sp>
        <p:nvSpPr>
          <p:cNvPr id="29" name="Shape 26"/>
          <p:cNvSpPr/>
          <p:nvPr/>
        </p:nvSpPr>
        <p:spPr>
          <a:xfrm>
            <a:off x="9764268" y="2359152"/>
            <a:ext cx="91440" cy="29260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864852" y="1828800"/>
            <a:ext cx="17297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864852" y="1828800"/>
            <a:ext cx="73152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066020" y="1993392"/>
            <a:ext cx="1363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0066020" y="2340864"/>
            <a:ext cx="138226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Destroy</a:t>
            </a:r>
            <a:endParaRPr lang="en-US" sz="940" dirty="0"/>
          </a:p>
        </p:txBody>
      </p:sp>
      <p:sp>
        <p:nvSpPr>
          <p:cNvPr id="34" name="Text 31"/>
          <p:cNvSpPr/>
          <p:nvPr/>
        </p:nvSpPr>
        <p:spPr>
          <a:xfrm>
            <a:off x="1143000" y="3794760"/>
            <a:ext cx="98755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Keep one known-safe supported repository ready.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Show exact commit / deployment identity before cloud execution.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Open AWS evidence only after the platform lifecycle shows the corresponding stage.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Finish by proving both the public application and cleanup lifecycle.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limitations and next engineering steps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implementation is intentionally bounded; future work expands scale without weakening determinism.</a:t>
            </a:r>
            <a:endParaRPr lang="en-US" sz="10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835640" cy="4069080"/>
        </p:xfrm>
        <a:graphic>
          <a:graphicData uri="http://schemas.openxmlformats.org/drawingml/2006/table">
            <a:tbl>
              <a:tblPr/>
              <a:tblGrid>
                <a:gridCol w="4754880"/>
                <a:gridCol w="608076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limitation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Next step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JavaScript/Python-focused deployment contract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 additional ecosystem contracts behind explicit admission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AWS-primary runtime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provider adapters and capability contracts for other compute backends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Per-project resource overhead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ingress, resource pooling and bin-packing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Basic release promotion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canary / weighted traffic / blue-green policies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 scanning focused on image vulnerabilities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SBOM, provenance signatures and stronger supply-chain policy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 advisory troubleshooting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richer SLO/evidence correlation while preserving deterministic authority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329184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implemented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87552" y="768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DeployGuard is a control plane, not a collection of cloud scripts.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31520" y="1325880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9E1EA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325880"/>
            <a:ext cx="73152" cy="38862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49047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Core contribution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32688" y="1837944"/>
            <a:ext cx="4910328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• Immutable source/build/runtime identity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• Deterministic admission and configuration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• Governed cloud lifecycle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• Verified stable-release promotion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• Release generations + rollback/destroy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• Structured failure ownership and evidence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6263640" y="1325880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9E1EA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325880"/>
            <a:ext cx="73152" cy="3886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4808" y="149047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Integrated product capabilities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64808" y="1837944"/>
            <a:ext cx="4910328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• Managed databases + persistence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• Security and federated cloud identity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• Observability and state reconciliation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• FinOps + billing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• AI-assisted troubleshooting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• Developer and operator interfaces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685800" y="5897880"/>
            <a:ext cx="10835640" cy="393192"/>
          </a:xfrm>
          <a:prstGeom prst="roundRect">
            <a:avLst>
              <a:gd name="adj" fmla="val 18605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5989320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The FYP-II value is the implemented lifecycle correctness that connects these capabilities into one product.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ployguard_pack/assets/deployguard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77724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20240" y="23317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DeployGuard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1005840" y="3108960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F34A"/>
                </a:solidFill>
              </a:rPr>
              <a:t>Repository → deterministic contracts → immutable image → AWS runtime → verified stable release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828800" y="400507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DEEA"/>
                </a:solidFill>
              </a:rPr>
              <a:t>FYP-II Implementation • Questions &amp; Live Demo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828800" y="493776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Hasan Sajjad   •   Faria Fatima   •   Tania Khawar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Air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DeployGuard - FYP-II Implementation</dc:title>
  <dc:subject>DeployGuard FYP-II Implementation Presentation</dc:subject>
  <dc:creator>DeployGuard FYP-II Team</dc:creator>
  <cp:lastModifiedBy>DeployGuard FYP-II Team</cp:lastModifiedBy>
  <cp:revision>1</cp:revision>
  <dcterms:created xsi:type="dcterms:W3CDTF">2026-09-13T18:38:57Z</dcterms:created>
  <dcterms:modified xsi:type="dcterms:W3CDTF">2026-09-13T18:38:57Z</dcterms:modified>
</cp:coreProperties>
</file>
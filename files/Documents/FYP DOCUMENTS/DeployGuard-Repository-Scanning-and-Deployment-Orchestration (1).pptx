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 Light"/>
      <p:regular r:id="rId17"/>
    </p:embeddedFon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Martel Sans"/>
      <p:regular r:id="rId21"/>
    </p:embeddedFont>
    <p:embeddedFont>
      <p:font typeface="Mart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7429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DeployGuard — Repository Scanning &amp; Deployment Orchestration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079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Project proposal by Hassan Sajjad (232460), Faria Fatima (233169), Tania Khawar (232378). Supervisor: Sir Yaseen Mushtaq — Air University, Department of Computer Science. A cloud-native platform that automates secure, cost-aware deployments for startups and SMEs.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15447"/>
            <a:ext cx="1692235" cy="426244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83431"/>
            <a:ext cx="1420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INTRODUCTION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651992"/>
            <a:ext cx="4205168" cy="56068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59981" y="249936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DeployGuard?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5559981" y="3293150"/>
            <a:ext cx="828413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SMEs and startups lack accessible, repeatable cloud deployment processes. Manual deployments cause configuration drift, security gaps, and unpredictable cost spikes. DeployGuard provides a zero-configuration pipeline that maps repositories to validated infrastructure, enforces security gates, and offers an AI assistant to expedite troubleshooting.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559981" y="5311735"/>
            <a:ext cx="828413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Zero-configuration mapping from repo → optimized Docker template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Rule-based scanning to avoid AI hallucination in builds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Pre-deployment cost estimates and mandatory approvals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18667"/>
            <a:ext cx="1934289" cy="426244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786652"/>
            <a:ext cx="16621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RELATED SYSTEMS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00062"/>
            <a:ext cx="1205984" cy="7453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3262" y="2400062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Raw AWS Console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83262" y="2890480"/>
            <a:ext cx="2669143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Weakness: steep learning curve for VPCs, ALBs, ECS. DeployGuard: abstracts AWS complexity and automates orchestration into the user's account.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400062"/>
            <a:ext cx="1205984" cy="7453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25364" y="2400062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Standard PaaS (e.g., Heroku)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725364" y="3244810"/>
            <a:ext cx="2669143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Weakness: expensive at scale, limited cost transparency. DeployGuard: uses Fargate Spot and Infracost for transparent cost estimation and lower run-rates.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400062"/>
            <a:ext cx="1205984" cy="7453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67467" y="2400062"/>
            <a:ext cx="2669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Basic GitHub Actions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1167467" y="2890480"/>
            <a:ext cx="2669143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Weakness: CI only—no IaC state locking or mandatory security gates. DeployGuard: integrates Terraform remote state locking and enforces Trivy scans pre-deploy.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7246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479602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Small teams face three core problems: (1) lack of accessible, secure orchestration leading to configuration errors and vulnerabilities; (2) no upfront cost visibility causing bill shock; (3) time-consuming failure diagnosis from opaque logs. DeployGuard solves these by automating safe builds, providing FinOps transparency, and delivering an LLM-assisted log remediation workflow.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7324"/>
            <a:ext cx="874823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Objectives — What DeployGuard Will Deliver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67928"/>
            <a:ext cx="3090505" cy="2765227"/>
          </a:xfrm>
          <a:prstGeom prst="roundRect">
            <a:avLst>
              <a:gd name="adj" fmla="val 344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702362"/>
            <a:ext cx="26216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Zero-Configuration Deployments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547110"/>
            <a:ext cx="26216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Auto-detect stack and inject optimized Docker templates for reproducible builds.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467928"/>
            <a:ext cx="3090624" cy="2765227"/>
          </a:xfrm>
          <a:prstGeom prst="roundRect">
            <a:avLst>
              <a:gd name="adj" fmla="val 344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5543" y="2702362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Shift-Left Security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45543" y="3192780"/>
            <a:ext cx="26217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Mandatory Aqua Trivy scans block critical/high vulnerabilities pre-deploy.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467928"/>
            <a:ext cx="3090624" cy="2765227"/>
          </a:xfrm>
          <a:prstGeom prst="roundRect">
            <a:avLst>
              <a:gd name="adj" fmla="val 344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2702362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FinOps Transparency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3192780"/>
            <a:ext cx="26217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Infracost integration produces explicit monthly run-rate approvals before apply.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467928"/>
            <a:ext cx="3090624" cy="2765227"/>
          </a:xfrm>
          <a:prstGeom prst="roundRect">
            <a:avLst>
              <a:gd name="adj" fmla="val 344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80420" y="2702362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Reliable IaC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80420" y="3192780"/>
            <a:ext cx="26217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Terraform with S3 + DynamoDB remote state locking to prevent collisions.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459968"/>
            <a:ext cx="13042821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224" y="5694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Troubleshooting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8224" y="6184821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LLM chatbot that ingests logs and provides pinpointed remediation steps in plain English.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1417" y="460534"/>
            <a:ext cx="4544378" cy="398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Architecture (High Level)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2913" y="1083707"/>
            <a:ext cx="6124575" cy="6124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47782" y="2044069"/>
            <a:ext cx="1973422" cy="309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Repo &amp; CI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4847782" y="2441711"/>
            <a:ext cx="1973422" cy="843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GitHub triggers builds and links to DeployGuard frontend.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819782" y="2149499"/>
            <a:ext cx="1973422" cy="309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Orchestration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819782" y="2547142"/>
            <a:ext cx="1973422" cy="632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NestJS orchestrator queues jobs into Redis/BullMQ.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847954" y="5121327"/>
            <a:ext cx="1973422" cy="309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Preflight Checks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47954" y="5518970"/>
            <a:ext cx="1973422" cy="632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Infracost estimate and Trivy scan gate queued artifacts.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819782" y="5015897"/>
            <a:ext cx="1973422" cy="309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Provision &amp; Run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819782" y="5413540"/>
            <a:ext cx="1973422" cy="84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Terraform (S3/DynamoDB lock) deploys to ECR → ECS Fargate.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811417" y="7334369"/>
            <a:ext cx="11007566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Diagram caption: End-to-end flow from repository link → rule-based stack detection → pre-flight Infracost estimate → queued build/apply → Trivy gate → Terraform provisioning → ECS Fargate deployment with health checks and AI-assisted remediation.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689" y="834985"/>
            <a:ext cx="7266623" cy="53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Modules &amp; Implementation Notes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750689" y="1903452"/>
            <a:ext cx="3050024" cy="303216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601" y="2148364"/>
            <a:ext cx="2560201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Auth &amp; Audit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95601" y="2686288"/>
            <a:ext cx="2560201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GitHub OAuth, RBAC (Admin/Dev/Read-only), immutable audit trail in PostgreSQL (TypeORM).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003477" y="1903452"/>
            <a:ext cx="3050024" cy="303216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48388" y="2148364"/>
            <a:ext cx="2560201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Stack Detection Engine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248388" y="3021449"/>
            <a:ext cx="2560201" cy="166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NestJS service performing shallow clones and AST/file-signature scans to map to Docker templates.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0689" y="5138380"/>
            <a:ext cx="6302812" cy="1695450"/>
          </a:xfrm>
          <a:prstGeom prst="roundRect">
            <a:avLst>
              <a:gd name="adj" fmla="val 5314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5601" y="5383292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Template &amp; Validation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95601" y="5921216"/>
            <a:ext cx="5812988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Registry of distroless/alpine multi-stage Docker templates and JSON pre-flight reports for user review.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84519" y="1903452"/>
            <a:ext cx="3050024" cy="3030855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29431" y="2148364"/>
            <a:ext cx="2560201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CI/CD &amp; Queuing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829431" y="2686288"/>
            <a:ext cx="2560201" cy="2003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Redis + BullMQ for async jobs, GitHub Actions triggers, immutable commit-hash image tagging, ECR lifecycle policies.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837307" y="1903452"/>
            <a:ext cx="3050024" cy="3030855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82218" y="2148364"/>
            <a:ext cx="2560201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IaC &amp; State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082218" y="2686288"/>
            <a:ext cx="2560201" cy="1669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Terraform modules for VPC, subnets, ALB, Cloud Map, remote state in S3 + DynamoDB locking.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584519" y="5137071"/>
            <a:ext cx="6302812" cy="2029301"/>
          </a:xfrm>
          <a:prstGeom prst="roundRect">
            <a:avLst>
              <a:gd name="adj" fmla="val 4440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29431" y="5381982"/>
            <a:ext cx="270426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Monitoring &amp; Rollbacks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829431" y="5919907"/>
            <a:ext cx="5812988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Prometheus telemetry, SSE streaming logs to UI, ALB /health checks, zero-downtime rollback to stable commit hash.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4345"/>
            <a:ext cx="815459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DevSecOps, FinOps &amp; Resilience Features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44948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182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Vulnerability Gates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67248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Trivy blocks Critical/High severities; detailed vulnerability dashboard with actionable fixes.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44948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182064"/>
            <a:ext cx="32406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Pre-Deploy Cost Approval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67248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Infracost parses Terraform plan to present monthly run-rate and enforces explicit user approvals.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851916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589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Spot Resilience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07945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EventBridge spot interruption handling and instant replacement tasks to minimize disruption.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851916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589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Safety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07945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EFS for persistent storage, encrypted via KMS, and destroy workflows that explicitly preserve critical volumes.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72464"/>
            <a:ext cx="53450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Plan &amp; Deliverables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479602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High-level milestones: proposal &amp; feasibility → core module development (auth, detection, template engine) → CI/CD &amp; IaC integration → Trivy &amp; Infracost → AI chatbot &amp; observability → end-to-end testing, documentation, final demo. Deliverables include source code, Terraform modules, Docker templates, test reports, and the scope document.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7528" y="1049060"/>
            <a:ext cx="4792861" cy="444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Limitations, Risks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77528" y="1859875"/>
            <a:ext cx="400169" cy="400169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7119" y="1920954"/>
            <a:ext cx="2223730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Known Constraints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717119" y="2338387"/>
            <a:ext cx="5381149" cy="1112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AWS-only Terraform modules — multi-cloud out of scope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Depends on GitHub-hosted repositories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Fargate Spot volatility may cause intermittent task preemptions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77528" y="3730347"/>
            <a:ext cx="400169" cy="400169"/>
          </a:xfrm>
          <a:prstGeom prst="roundRect">
            <a:avLst>
              <a:gd name="adj" fmla="val 1867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17119" y="3791426"/>
            <a:ext cx="2223730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Risks &amp; Mitigations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717119" y="4208859"/>
            <a:ext cx="538114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State corruption risk — mitigated by S3+DynamoDB locking and strict job queueing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LLM hallucination for remediation — mitigated by constraining the chatbot to log parsing and reproducible suggestions only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Cost overruns — blocked by mandatory Infracost approval step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39752" y="1842373"/>
            <a:ext cx="2223730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Next Steps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39752" y="2259806"/>
            <a:ext cx="5920740" cy="1464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Finalize module assignments and detailed Gantt (immediate)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Prototype stack-detection + template injection (sprint 1)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 Trivy scans and Infracost (sprint 2)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Build LLM log parser and dashboard chatbot (sprint 3)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End-to-end testing, supervisor review, and final report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39752" y="3881199"/>
            <a:ext cx="5920740" cy="1159788"/>
          </a:xfrm>
          <a:prstGeom prst="roundRect">
            <a:avLst>
              <a:gd name="adj" fmla="val 6443"/>
            </a:avLst>
          </a:prstGeom>
          <a:solidFill>
            <a:srgbClr val="CFE2D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631" y="4115395"/>
            <a:ext cx="222290" cy="17787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17800" y="4065032"/>
            <a:ext cx="5164812" cy="761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Supervisor meeting log: initial ideas, feasibility constraints, architecture review, AI troubleshooting, AWS limits — documented and reviewed with Sir Yaseen Mushtaq.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177528" y="6486114"/>
            <a:ext cx="12275344" cy="29766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77528" y="6672739"/>
            <a:ext cx="12275344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References: AWS Architecture Center; HashiCorp Terraform docs; Aqua Trivy; Infracost; project stakeholders: Air University &amp; Final Year Project Committee.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2026-03-02T14:47:33Z</dcterms:created>
  <dcterms:modified xsi:type="dcterms:W3CDTF">2026-03-02T14:47:33Z</dcterms:modified>
</cp:coreProperties>
</file>